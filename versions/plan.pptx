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4FC74-E80C-4B16-A007-15AB998A5E60}" v="27" dt="2026-04-19T11:29: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s Wang" userId="089d73b8-785c-4012-b931-81c632b6c9c7" providerId="ADAL" clId="{7A7E55CB-BBA3-4E2F-B01E-E4D114CCE9BA}"/>
    <pc:docChg chg="undo custSel addSld modSld sldOrd">
      <pc:chgData name="Sanders Wang" userId="089d73b8-785c-4012-b931-81c632b6c9c7" providerId="ADAL" clId="{7A7E55CB-BBA3-4E2F-B01E-E4D114CCE9BA}" dt="2026-04-19T11:30:53.201" v="277" actId="11529"/>
      <pc:docMkLst>
        <pc:docMk/>
      </pc:docMkLst>
      <pc:sldChg chg="addSp delSp modSp mod ord">
        <pc:chgData name="Sanders Wang" userId="089d73b8-785c-4012-b931-81c632b6c9c7" providerId="ADAL" clId="{7A7E55CB-BBA3-4E2F-B01E-E4D114CCE9BA}" dt="2026-04-19T11:29:20.239" v="232" actId="20577"/>
        <pc:sldMkLst>
          <pc:docMk/>
          <pc:sldMk cId="3399190776" sldId="256"/>
        </pc:sldMkLst>
        <pc:spChg chg="mod">
          <ac:chgData name="Sanders Wang" userId="089d73b8-785c-4012-b931-81c632b6c9c7" providerId="ADAL" clId="{7A7E55CB-BBA3-4E2F-B01E-E4D114CCE9BA}" dt="2026-04-19T10:31:32.177" v="51" actId="14100"/>
          <ac:spMkLst>
            <pc:docMk/>
            <pc:sldMk cId="3399190776" sldId="256"/>
            <ac:spMk id="27" creationId="{BF94D02D-7AFF-A651-AD1B-1A88E237A608}"/>
          </ac:spMkLst>
        </pc:spChg>
        <pc:spChg chg="mod">
          <ac:chgData name="Sanders Wang" userId="089d73b8-785c-4012-b931-81c632b6c9c7" providerId="ADAL" clId="{7A7E55CB-BBA3-4E2F-B01E-E4D114CCE9BA}" dt="2026-04-19T11:29:20.239" v="232" actId="20577"/>
          <ac:spMkLst>
            <pc:docMk/>
            <pc:sldMk cId="3399190776" sldId="256"/>
            <ac:spMk id="30" creationId="{192E5261-46C2-0D96-BE00-1B5A8DA2264C}"/>
          </ac:spMkLst>
        </pc:spChg>
        <pc:spChg chg="add mod">
          <ac:chgData name="Sanders Wang" userId="089d73b8-785c-4012-b931-81c632b6c9c7" providerId="ADAL" clId="{7A7E55CB-BBA3-4E2F-B01E-E4D114CCE9BA}" dt="2026-04-19T10:32:16.699" v="64" actId="20577"/>
          <ac:spMkLst>
            <pc:docMk/>
            <pc:sldMk cId="3399190776" sldId="256"/>
            <ac:spMk id="35" creationId="{542E553E-9DFA-EF15-7149-3F9575D60F8D}"/>
          </ac:spMkLst>
        </pc:spChg>
        <pc:spChg chg="add mod">
          <ac:chgData name="Sanders Wang" userId="089d73b8-785c-4012-b931-81c632b6c9c7" providerId="ADAL" clId="{7A7E55CB-BBA3-4E2F-B01E-E4D114CCE9BA}" dt="2026-04-19T10:33:02.666" v="92" actId="14100"/>
          <ac:spMkLst>
            <pc:docMk/>
            <pc:sldMk cId="3399190776" sldId="256"/>
            <ac:spMk id="43" creationId="{A4519F90-297B-49A9-C53E-8D16DA0A87F9}"/>
          </ac:spMkLst>
        </pc:spChg>
        <pc:spChg chg="add mod">
          <ac:chgData name="Sanders Wang" userId="089d73b8-785c-4012-b931-81c632b6c9c7" providerId="ADAL" clId="{7A7E55CB-BBA3-4E2F-B01E-E4D114CCE9BA}" dt="2026-04-19T10:58:41.054" v="102" actId="14100"/>
          <ac:spMkLst>
            <pc:docMk/>
            <pc:sldMk cId="3399190776" sldId="256"/>
            <ac:spMk id="48" creationId="{C334E952-1615-2777-2C0E-A2DDCEF11E2E}"/>
          </ac:spMkLst>
        </pc:spChg>
        <pc:spChg chg="add mod">
          <ac:chgData name="Sanders Wang" userId="089d73b8-785c-4012-b931-81c632b6c9c7" providerId="ADAL" clId="{7A7E55CB-BBA3-4E2F-B01E-E4D114CCE9BA}" dt="2026-04-19T11:06:22.648" v="120" actId="20577"/>
          <ac:spMkLst>
            <pc:docMk/>
            <pc:sldMk cId="3399190776" sldId="256"/>
            <ac:spMk id="58" creationId="{4D5AF12E-DC7C-9D4C-366F-AA78AFAB8032}"/>
          </ac:spMkLst>
        </pc:spChg>
        <pc:cxnChg chg="mod">
          <ac:chgData name="Sanders Wang" userId="089d73b8-785c-4012-b931-81c632b6c9c7" providerId="ADAL" clId="{7A7E55CB-BBA3-4E2F-B01E-E4D114CCE9BA}" dt="2026-04-19T10:31:32.177" v="51" actId="14100"/>
          <ac:cxnSpMkLst>
            <pc:docMk/>
            <pc:sldMk cId="3399190776" sldId="256"/>
            <ac:cxnSpMk id="18" creationId="{9BF8BC6D-900F-0589-2E2D-23733501975B}"/>
          </ac:cxnSpMkLst>
        </pc:cxnChg>
        <pc:cxnChg chg="add del mod">
          <ac:chgData name="Sanders Wang" userId="089d73b8-785c-4012-b931-81c632b6c9c7" providerId="ADAL" clId="{7A7E55CB-BBA3-4E2F-B01E-E4D114CCE9BA}" dt="2026-04-19T11:05:21.583" v="113" actId="478"/>
          <ac:cxnSpMkLst>
            <pc:docMk/>
            <pc:sldMk cId="3399190776" sldId="256"/>
            <ac:cxnSpMk id="37" creationId="{F3ACED6F-5974-8275-A371-AC6669D7B4A0}"/>
          </ac:cxnSpMkLst>
        </pc:cxnChg>
        <pc:cxnChg chg="add mod">
          <ac:chgData name="Sanders Wang" userId="089d73b8-785c-4012-b931-81c632b6c9c7" providerId="ADAL" clId="{7A7E55CB-BBA3-4E2F-B01E-E4D114CCE9BA}" dt="2026-04-19T10:32:31.987" v="68" actId="14100"/>
          <ac:cxnSpMkLst>
            <pc:docMk/>
            <pc:sldMk cId="3399190776" sldId="256"/>
            <ac:cxnSpMk id="38" creationId="{917F9D52-C57E-A21B-9DAD-43A0D222418A}"/>
          </ac:cxnSpMkLst>
        </pc:cxnChg>
        <pc:cxnChg chg="add del mod">
          <ac:chgData name="Sanders Wang" userId="089d73b8-785c-4012-b931-81c632b6c9c7" providerId="ADAL" clId="{7A7E55CB-BBA3-4E2F-B01E-E4D114CCE9BA}" dt="2026-04-19T11:05:54.418" v="114" actId="478"/>
          <ac:cxnSpMkLst>
            <pc:docMk/>
            <pc:sldMk cId="3399190776" sldId="256"/>
            <ac:cxnSpMk id="45" creationId="{56362380-C2AF-C26C-E651-B57301E2CDF3}"/>
          </ac:cxnSpMkLst>
        </pc:cxnChg>
        <pc:cxnChg chg="add">
          <ac:chgData name="Sanders Wang" userId="089d73b8-785c-4012-b931-81c632b6c9c7" providerId="ADAL" clId="{7A7E55CB-BBA3-4E2F-B01E-E4D114CCE9BA}" dt="2026-04-19T10:59:02.519" v="109" actId="11529"/>
          <ac:cxnSpMkLst>
            <pc:docMk/>
            <pc:sldMk cId="3399190776" sldId="256"/>
            <ac:cxnSpMk id="53" creationId="{342366B1-ABA6-F57D-A84A-983CD5240B17}"/>
          </ac:cxnSpMkLst>
        </pc:cxnChg>
        <pc:cxnChg chg="add mod">
          <ac:chgData name="Sanders Wang" userId="089d73b8-785c-4012-b931-81c632b6c9c7" providerId="ADAL" clId="{7A7E55CB-BBA3-4E2F-B01E-E4D114CCE9BA}" dt="2026-04-19T10:59:20.945" v="111" actId="14100"/>
          <ac:cxnSpMkLst>
            <pc:docMk/>
            <pc:sldMk cId="3399190776" sldId="256"/>
            <ac:cxnSpMk id="55" creationId="{C93D2D74-D779-2880-423D-6F2B54B35E90}"/>
          </ac:cxnSpMkLst>
        </pc:cxnChg>
        <pc:cxnChg chg="add mod">
          <ac:chgData name="Sanders Wang" userId="089d73b8-785c-4012-b931-81c632b6c9c7" providerId="ADAL" clId="{7A7E55CB-BBA3-4E2F-B01E-E4D114CCE9BA}" dt="2026-04-19T11:06:45.739" v="123" actId="14100"/>
          <ac:cxnSpMkLst>
            <pc:docMk/>
            <pc:sldMk cId="3399190776" sldId="256"/>
            <ac:cxnSpMk id="59" creationId="{319F140B-CAAA-9199-78BB-6E3638C1D896}"/>
          </ac:cxnSpMkLst>
        </pc:cxnChg>
        <pc:cxnChg chg="add">
          <ac:chgData name="Sanders Wang" userId="089d73b8-785c-4012-b931-81c632b6c9c7" providerId="ADAL" clId="{7A7E55CB-BBA3-4E2F-B01E-E4D114CCE9BA}" dt="2026-04-19T11:07:02.108" v="124" actId="11529"/>
          <ac:cxnSpMkLst>
            <pc:docMk/>
            <pc:sldMk cId="3399190776" sldId="256"/>
            <ac:cxnSpMk id="63" creationId="{20F965CF-B347-388D-BF53-24A29C43022C}"/>
          </ac:cxnSpMkLst>
        </pc:cxnChg>
      </pc:sldChg>
      <pc:sldChg chg="addSp delSp modSp add mod">
        <pc:chgData name="Sanders Wang" userId="089d73b8-785c-4012-b931-81c632b6c9c7" providerId="ADAL" clId="{7A7E55CB-BBA3-4E2F-B01E-E4D114CCE9BA}" dt="2026-04-19T10:31:02.181" v="50" actId="1076"/>
        <pc:sldMkLst>
          <pc:docMk/>
          <pc:sldMk cId="2109745499" sldId="258"/>
        </pc:sldMkLst>
        <pc:spChg chg="add mod">
          <ac:chgData name="Sanders Wang" userId="089d73b8-785c-4012-b931-81c632b6c9c7" providerId="ADAL" clId="{7A7E55CB-BBA3-4E2F-B01E-E4D114CCE9BA}" dt="2026-04-19T10:31:02.181" v="50" actId="1076"/>
          <ac:spMkLst>
            <pc:docMk/>
            <pc:sldMk cId="2109745499" sldId="258"/>
            <ac:spMk id="2" creationId="{2C6015B0-D8C5-4943-73A6-34B663C6189D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3" creationId="{495B0515-BFB7-A7F3-9F15-E11F1140CFE4}"/>
          </ac:spMkLst>
        </pc:spChg>
        <pc:spChg chg="mod">
          <ac:chgData name="Sanders Wang" userId="089d73b8-785c-4012-b931-81c632b6c9c7" providerId="ADAL" clId="{7A7E55CB-BBA3-4E2F-B01E-E4D114CCE9BA}" dt="2026-04-19T10:30:51.223" v="48" actId="14100"/>
          <ac:spMkLst>
            <pc:docMk/>
            <pc:sldMk cId="2109745499" sldId="258"/>
            <ac:spMk id="5" creationId="{4F13F27A-46C8-7757-2397-5705CFA7BC81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7" creationId="{C0FC3441-CFAF-F275-C78A-D4D6577CF578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11" creationId="{EA897DE4-3E0A-128A-9073-61327D45FE52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13" creationId="{73167FA2-C0EC-45EB-07A9-B2FCC91413FB}"/>
          </ac:spMkLst>
        </pc:spChg>
        <pc:spChg chg="add mod">
          <ac:chgData name="Sanders Wang" userId="089d73b8-785c-4012-b931-81c632b6c9c7" providerId="ADAL" clId="{7A7E55CB-BBA3-4E2F-B01E-E4D114CCE9BA}" dt="2026-04-19T10:31:02.181" v="50" actId="1076"/>
          <ac:spMkLst>
            <pc:docMk/>
            <pc:sldMk cId="2109745499" sldId="258"/>
            <ac:spMk id="16" creationId="{5969E921-8BF8-BDA5-8DF5-7B86431E7EDD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22" creationId="{A1F35B31-FFD7-F449-91BE-773F13BFDEB1}"/>
          </ac:spMkLst>
        </pc:spChg>
        <pc:spChg chg="add mod">
          <ac:chgData name="Sanders Wang" userId="089d73b8-785c-4012-b931-81c632b6c9c7" providerId="ADAL" clId="{7A7E55CB-BBA3-4E2F-B01E-E4D114CCE9BA}" dt="2026-04-19T10:31:02.181" v="50" actId="1076"/>
          <ac:spMkLst>
            <pc:docMk/>
            <pc:sldMk cId="2109745499" sldId="258"/>
            <ac:spMk id="27" creationId="{FE9C5C6B-8B17-40EF-0F36-CD6ACD1B8432}"/>
          </ac:spMkLst>
        </pc:spChg>
        <pc:spChg chg="del">
          <ac:chgData name="Sanders Wang" userId="089d73b8-785c-4012-b931-81c632b6c9c7" providerId="ADAL" clId="{7A7E55CB-BBA3-4E2F-B01E-E4D114CCE9BA}" dt="2026-04-19T10:25:46.268" v="4" actId="478"/>
          <ac:spMkLst>
            <pc:docMk/>
            <pc:sldMk cId="2109745499" sldId="258"/>
            <ac:spMk id="30" creationId="{CBEE0FF2-FA1D-3985-2CD7-B6B949384150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31" creationId="{9F400856-9C5F-DBB8-E363-BEFFD3ECAA8B}"/>
          </ac:spMkLst>
        </pc:spChg>
        <pc:spChg chg="add mod">
          <ac:chgData name="Sanders Wang" userId="089d73b8-785c-4012-b931-81c632b6c9c7" providerId="ADAL" clId="{7A7E55CB-BBA3-4E2F-B01E-E4D114CCE9BA}" dt="2026-04-19T10:31:02.181" v="50" actId="1076"/>
          <ac:spMkLst>
            <pc:docMk/>
            <pc:sldMk cId="2109745499" sldId="258"/>
            <ac:spMk id="37" creationId="{F172AD3D-5154-C3EE-C168-CD039D040F9B}"/>
          </ac:spMkLst>
        </pc:spChg>
        <pc:spChg chg="del">
          <ac:chgData name="Sanders Wang" userId="089d73b8-785c-4012-b931-81c632b6c9c7" providerId="ADAL" clId="{7A7E55CB-BBA3-4E2F-B01E-E4D114CCE9BA}" dt="2026-04-19T10:25:41.860" v="3" actId="478"/>
          <ac:spMkLst>
            <pc:docMk/>
            <pc:sldMk cId="2109745499" sldId="258"/>
            <ac:spMk id="40" creationId="{A8493379-5658-9D79-A5B8-05E03668B776}"/>
          </ac:spMkLst>
        </pc:spChg>
        <pc:spChg chg="add del">
          <ac:chgData name="Sanders Wang" userId="089d73b8-785c-4012-b931-81c632b6c9c7" providerId="ADAL" clId="{7A7E55CB-BBA3-4E2F-B01E-E4D114CCE9BA}" dt="2026-04-19T10:27:49.151" v="27" actId="22"/>
          <ac:spMkLst>
            <pc:docMk/>
            <pc:sldMk cId="2109745499" sldId="258"/>
            <ac:spMk id="45" creationId="{BEFB69F9-9C1A-0A13-ECE6-C4E9E92438ED}"/>
          </ac:spMkLst>
        </pc:spChg>
        <pc:spChg chg="add mod">
          <ac:chgData name="Sanders Wang" userId="089d73b8-785c-4012-b931-81c632b6c9c7" providerId="ADAL" clId="{7A7E55CB-BBA3-4E2F-B01E-E4D114CCE9BA}" dt="2026-04-19T10:28:01.124" v="32" actId="20577"/>
          <ac:spMkLst>
            <pc:docMk/>
            <pc:sldMk cId="2109745499" sldId="258"/>
            <ac:spMk id="48" creationId="{82BF8595-7069-DA27-DFA1-B173141EE702}"/>
          </ac:spMkLst>
        </pc:spChg>
        <pc:spChg chg="add mod">
          <ac:chgData name="Sanders Wang" userId="089d73b8-785c-4012-b931-81c632b6c9c7" providerId="ADAL" clId="{7A7E55CB-BBA3-4E2F-B01E-E4D114CCE9BA}" dt="2026-04-19T10:31:02.181" v="50" actId="1076"/>
          <ac:spMkLst>
            <pc:docMk/>
            <pc:sldMk cId="2109745499" sldId="258"/>
            <ac:spMk id="55" creationId="{81C9F1E5-1D81-3D37-9B61-3B54CE8BBFFD}"/>
          </ac:spMkLst>
        </pc:spChg>
        <pc:cxnChg chg="mod">
          <ac:chgData name="Sanders Wang" userId="089d73b8-785c-4012-b931-81c632b6c9c7" providerId="ADAL" clId="{7A7E55CB-BBA3-4E2F-B01E-E4D114CCE9BA}" dt="2026-04-19T10:31:02.181" v="50" actId="1076"/>
          <ac:cxnSpMkLst>
            <pc:docMk/>
            <pc:sldMk cId="2109745499" sldId="258"/>
            <ac:cxnSpMk id="18" creationId="{E6CB2F06-2E75-4346-8036-69A7A9DB4610}"/>
          </ac:cxnSpMkLst>
        </pc:cxnChg>
        <pc:cxnChg chg="add mod">
          <ac:chgData name="Sanders Wang" userId="089d73b8-785c-4012-b931-81c632b6c9c7" providerId="ADAL" clId="{7A7E55CB-BBA3-4E2F-B01E-E4D114CCE9BA}" dt="2026-04-19T10:31:02.181" v="50" actId="1076"/>
          <ac:cxnSpMkLst>
            <pc:docMk/>
            <pc:sldMk cId="2109745499" sldId="258"/>
            <ac:cxnSpMk id="28" creationId="{5CC2BFED-FB28-E331-64C1-34F81A2E3C08}"/>
          </ac:cxnSpMkLst>
        </pc:cxnChg>
        <pc:cxnChg chg="add mod">
          <ac:chgData name="Sanders Wang" userId="089d73b8-785c-4012-b931-81c632b6c9c7" providerId="ADAL" clId="{7A7E55CB-BBA3-4E2F-B01E-E4D114CCE9BA}" dt="2026-04-19T10:31:02.181" v="50" actId="1076"/>
          <ac:cxnSpMkLst>
            <pc:docMk/>
            <pc:sldMk cId="2109745499" sldId="258"/>
            <ac:cxnSpMk id="39" creationId="{D0194420-6D23-F15A-1229-52A4BC43B4AB}"/>
          </ac:cxnSpMkLst>
        </pc:cxnChg>
        <pc:cxnChg chg="del mod">
          <ac:chgData name="Sanders Wang" userId="089d73b8-785c-4012-b931-81c632b6c9c7" providerId="ADAL" clId="{7A7E55CB-BBA3-4E2F-B01E-E4D114CCE9BA}" dt="2026-04-19T10:25:41.860" v="3" actId="478"/>
          <ac:cxnSpMkLst>
            <pc:docMk/>
            <pc:sldMk cId="2109745499" sldId="258"/>
            <ac:cxnSpMk id="42" creationId="{A9B0D550-2331-66DA-BE28-A916B62A6EBC}"/>
          </ac:cxnSpMkLst>
        </pc:cxnChg>
        <pc:cxnChg chg="add mod">
          <ac:chgData name="Sanders Wang" userId="089d73b8-785c-4012-b931-81c632b6c9c7" providerId="ADAL" clId="{7A7E55CB-BBA3-4E2F-B01E-E4D114CCE9BA}" dt="2026-04-19T10:31:02.181" v="50" actId="1076"/>
          <ac:cxnSpMkLst>
            <pc:docMk/>
            <pc:sldMk cId="2109745499" sldId="258"/>
            <ac:cxnSpMk id="43" creationId="{05962E03-7779-4607-3A29-EA6AAC78E7FF}"/>
          </ac:cxnSpMkLst>
        </pc:cxnChg>
        <pc:cxnChg chg="del mod">
          <ac:chgData name="Sanders Wang" userId="089d73b8-785c-4012-b931-81c632b6c9c7" providerId="ADAL" clId="{7A7E55CB-BBA3-4E2F-B01E-E4D114CCE9BA}" dt="2026-04-19T10:25:46.268" v="4" actId="478"/>
          <ac:cxnSpMkLst>
            <pc:docMk/>
            <pc:sldMk cId="2109745499" sldId="258"/>
            <ac:cxnSpMk id="46" creationId="{BFD0FE31-4551-F12A-BF1F-510C5A96732D}"/>
          </ac:cxnSpMkLst>
        </pc:cxnChg>
        <pc:cxnChg chg="add mod">
          <ac:chgData name="Sanders Wang" userId="089d73b8-785c-4012-b931-81c632b6c9c7" providerId="ADAL" clId="{7A7E55CB-BBA3-4E2F-B01E-E4D114CCE9BA}" dt="2026-04-19T10:31:02.181" v="50" actId="1076"/>
          <ac:cxnSpMkLst>
            <pc:docMk/>
            <pc:sldMk cId="2109745499" sldId="258"/>
            <ac:cxnSpMk id="58" creationId="{223EA179-270C-DACA-C9B9-57E66A7EE938}"/>
          </ac:cxnSpMkLst>
        </pc:cxnChg>
      </pc:sldChg>
      <pc:sldChg chg="addSp delSp modSp new mod">
        <pc:chgData name="Sanders Wang" userId="089d73b8-785c-4012-b931-81c632b6c9c7" providerId="ADAL" clId="{7A7E55CB-BBA3-4E2F-B01E-E4D114CCE9BA}" dt="2026-04-19T11:30:53.201" v="277" actId="11529"/>
        <pc:sldMkLst>
          <pc:docMk/>
          <pc:sldMk cId="2116465459" sldId="259"/>
        </pc:sldMkLst>
        <pc:spChg chg="del">
          <ac:chgData name="Sanders Wang" userId="089d73b8-785c-4012-b931-81c632b6c9c7" providerId="ADAL" clId="{7A7E55CB-BBA3-4E2F-B01E-E4D114CCE9BA}" dt="2026-04-19T11:10:30.283" v="126" actId="478"/>
          <ac:spMkLst>
            <pc:docMk/>
            <pc:sldMk cId="2116465459" sldId="259"/>
            <ac:spMk id="2" creationId="{9BF363F0-BFAD-3626-82FF-63850DFFAEC9}"/>
          </ac:spMkLst>
        </pc:spChg>
        <pc:spChg chg="add mod">
          <ac:chgData name="Sanders Wang" userId="089d73b8-785c-4012-b931-81c632b6c9c7" providerId="ADAL" clId="{7A7E55CB-BBA3-4E2F-B01E-E4D114CCE9BA}" dt="2026-04-19T11:30:44.020" v="276" actId="20577"/>
          <ac:spMkLst>
            <pc:docMk/>
            <pc:sldMk cId="2116465459" sldId="259"/>
            <ac:spMk id="2" creationId="{AF48415A-4B38-AFC8-C82D-EBFE569FEAEE}"/>
          </ac:spMkLst>
        </pc:spChg>
        <pc:spChg chg="del">
          <ac:chgData name="Sanders Wang" userId="089d73b8-785c-4012-b931-81c632b6c9c7" providerId="ADAL" clId="{7A7E55CB-BBA3-4E2F-B01E-E4D114CCE9BA}" dt="2026-04-19T11:10:30.283" v="126" actId="478"/>
          <ac:spMkLst>
            <pc:docMk/>
            <pc:sldMk cId="2116465459" sldId="259"/>
            <ac:spMk id="3" creationId="{00129ECC-B2C1-BBC5-E9CC-3C93D498B43D}"/>
          </ac:spMkLst>
        </pc:spChg>
        <pc:spChg chg="add mod">
          <ac:chgData name="Sanders Wang" userId="089d73b8-785c-4012-b931-81c632b6c9c7" providerId="ADAL" clId="{7A7E55CB-BBA3-4E2F-B01E-E4D114CCE9BA}" dt="2026-04-19T11:10:41.834" v="127"/>
          <ac:spMkLst>
            <pc:docMk/>
            <pc:sldMk cId="2116465459" sldId="259"/>
            <ac:spMk id="4" creationId="{D2B2E37A-EB94-CAB5-D7D8-09207FE946BF}"/>
          </ac:spMkLst>
        </pc:spChg>
        <pc:spChg chg="add mod">
          <ac:chgData name="Sanders Wang" userId="089d73b8-785c-4012-b931-81c632b6c9c7" providerId="ADAL" clId="{7A7E55CB-BBA3-4E2F-B01E-E4D114CCE9BA}" dt="2026-04-19T11:11:04.467" v="134" actId="1076"/>
          <ac:spMkLst>
            <pc:docMk/>
            <pc:sldMk cId="2116465459" sldId="259"/>
            <ac:spMk id="5" creationId="{B05D1B3E-AF03-AEB5-E238-125C0732AE77}"/>
          </ac:spMkLst>
        </pc:spChg>
        <pc:spChg chg="add mod">
          <ac:chgData name="Sanders Wang" userId="089d73b8-785c-4012-b931-81c632b6c9c7" providerId="ADAL" clId="{7A7E55CB-BBA3-4E2F-B01E-E4D114CCE9BA}" dt="2026-04-19T11:29:33.846" v="233" actId="1076"/>
          <ac:spMkLst>
            <pc:docMk/>
            <pc:sldMk cId="2116465459" sldId="259"/>
            <ac:spMk id="6" creationId="{AC1A8D43-3D80-CFD9-34F4-BE521C683141}"/>
          </ac:spMkLst>
        </pc:spChg>
        <pc:spChg chg="add mod">
          <ac:chgData name="Sanders Wang" userId="089d73b8-785c-4012-b931-81c632b6c9c7" providerId="ADAL" clId="{7A7E55CB-BBA3-4E2F-B01E-E4D114CCE9BA}" dt="2026-04-19T11:12:47.738" v="174" actId="1076"/>
          <ac:spMkLst>
            <pc:docMk/>
            <pc:sldMk cId="2116465459" sldId="259"/>
            <ac:spMk id="12" creationId="{7AC1E50A-7293-641A-5367-20F193DD8B98}"/>
          </ac:spMkLst>
        </pc:spChg>
        <pc:spChg chg="add mod">
          <ac:chgData name="Sanders Wang" userId="089d73b8-785c-4012-b931-81c632b6c9c7" providerId="ADAL" clId="{7A7E55CB-BBA3-4E2F-B01E-E4D114CCE9BA}" dt="2026-04-19T11:12:50.499" v="175" actId="1076"/>
          <ac:spMkLst>
            <pc:docMk/>
            <pc:sldMk cId="2116465459" sldId="259"/>
            <ac:spMk id="13" creationId="{AE1DD595-01E3-2430-9A68-D53A1EDA4FB4}"/>
          </ac:spMkLst>
        </pc:spChg>
        <pc:spChg chg="add mod">
          <ac:chgData name="Sanders Wang" userId="089d73b8-785c-4012-b931-81c632b6c9c7" providerId="ADAL" clId="{7A7E55CB-BBA3-4E2F-B01E-E4D114CCE9BA}" dt="2026-04-19T11:12:41.863" v="172" actId="1076"/>
          <ac:spMkLst>
            <pc:docMk/>
            <pc:sldMk cId="2116465459" sldId="259"/>
            <ac:spMk id="14" creationId="{B147B118-5773-33E8-9376-B428083AB535}"/>
          </ac:spMkLst>
        </pc:spChg>
        <pc:spChg chg="add mod">
          <ac:chgData name="Sanders Wang" userId="089d73b8-785c-4012-b931-81c632b6c9c7" providerId="ADAL" clId="{7A7E55CB-BBA3-4E2F-B01E-E4D114CCE9BA}" dt="2026-04-19T11:12:43.909" v="173" actId="1076"/>
          <ac:spMkLst>
            <pc:docMk/>
            <pc:sldMk cId="2116465459" sldId="259"/>
            <ac:spMk id="15" creationId="{852925B8-1532-C724-2757-AE7A8E44F9F6}"/>
          </ac:spMkLst>
        </pc:spChg>
        <pc:spChg chg="add mod">
          <ac:chgData name="Sanders Wang" userId="089d73b8-785c-4012-b931-81c632b6c9c7" providerId="ADAL" clId="{7A7E55CB-BBA3-4E2F-B01E-E4D114CCE9BA}" dt="2026-04-19T11:14:13.600" v="186" actId="5793"/>
          <ac:spMkLst>
            <pc:docMk/>
            <pc:sldMk cId="2116465459" sldId="259"/>
            <ac:spMk id="16" creationId="{7C4963E2-BF5C-C348-D9BD-BDEB9B955871}"/>
          </ac:spMkLst>
        </pc:spChg>
        <pc:spChg chg="add mod">
          <ac:chgData name="Sanders Wang" userId="089d73b8-785c-4012-b931-81c632b6c9c7" providerId="ADAL" clId="{7A7E55CB-BBA3-4E2F-B01E-E4D114CCE9BA}" dt="2026-04-19T11:13:07.637" v="177" actId="571"/>
          <ac:spMkLst>
            <pc:docMk/>
            <pc:sldMk cId="2116465459" sldId="259"/>
            <ac:spMk id="17" creationId="{30F435AA-6887-0660-E816-186F5ACEC3B3}"/>
          </ac:spMkLst>
        </pc:spChg>
        <pc:spChg chg="add mod">
          <ac:chgData name="Sanders Wang" userId="089d73b8-785c-4012-b931-81c632b6c9c7" providerId="ADAL" clId="{7A7E55CB-BBA3-4E2F-B01E-E4D114CCE9BA}" dt="2026-04-19T11:13:14.141" v="182" actId="5793"/>
          <ac:spMkLst>
            <pc:docMk/>
            <pc:sldMk cId="2116465459" sldId="259"/>
            <ac:spMk id="18" creationId="{BA69DA3D-E1F6-6F4B-B4DC-A4B07C00E33E}"/>
          </ac:spMkLst>
        </pc:spChg>
        <pc:spChg chg="add mod">
          <ac:chgData name="Sanders Wang" userId="089d73b8-785c-4012-b931-81c632b6c9c7" providerId="ADAL" clId="{7A7E55CB-BBA3-4E2F-B01E-E4D114CCE9BA}" dt="2026-04-19T11:29:37.156" v="240" actId="20577"/>
          <ac:spMkLst>
            <pc:docMk/>
            <pc:sldMk cId="2116465459" sldId="259"/>
            <ac:spMk id="19" creationId="{653DAF7D-1FBD-F130-18DC-FE9A0A10EFB7}"/>
          </ac:spMkLst>
        </pc:spChg>
        <pc:spChg chg="add mod">
          <ac:chgData name="Sanders Wang" userId="089d73b8-785c-4012-b931-81c632b6c9c7" providerId="ADAL" clId="{7A7E55CB-BBA3-4E2F-B01E-E4D114CCE9BA}" dt="2026-04-19T11:29:33.846" v="233" actId="1076"/>
          <ac:spMkLst>
            <pc:docMk/>
            <pc:sldMk cId="2116465459" sldId="259"/>
            <ac:spMk id="20" creationId="{DE8F1144-A37E-B39F-59B4-A55B49F1E915}"/>
          </ac:spMkLst>
        </pc:spChg>
        <pc:cxnChg chg="add mod">
          <ac:chgData name="Sanders Wang" userId="089d73b8-785c-4012-b931-81c632b6c9c7" providerId="ADAL" clId="{7A7E55CB-BBA3-4E2F-B01E-E4D114CCE9BA}" dt="2026-04-19T11:30:35.627" v="275" actId="14100"/>
          <ac:cxnSpMkLst>
            <pc:docMk/>
            <pc:sldMk cId="2116465459" sldId="259"/>
            <ac:cxnSpMk id="7" creationId="{A391EFF7-B9E3-E900-AADC-85CEDDDCA247}"/>
          </ac:cxnSpMkLst>
        </pc:cxnChg>
        <pc:cxnChg chg="add">
          <ac:chgData name="Sanders Wang" userId="089d73b8-785c-4012-b931-81c632b6c9c7" providerId="ADAL" clId="{7A7E55CB-BBA3-4E2F-B01E-E4D114CCE9BA}" dt="2026-04-19T11:11:31.209" v="142" actId="11529"/>
          <ac:cxnSpMkLst>
            <pc:docMk/>
            <pc:sldMk cId="2116465459" sldId="259"/>
            <ac:cxnSpMk id="8" creationId="{EE8D084F-315F-49F4-1FAD-0BEFE300B2D8}"/>
          </ac:cxnSpMkLst>
        </pc:cxnChg>
        <pc:cxnChg chg="add">
          <ac:chgData name="Sanders Wang" userId="089d73b8-785c-4012-b931-81c632b6c9c7" providerId="ADAL" clId="{7A7E55CB-BBA3-4E2F-B01E-E4D114CCE9BA}" dt="2026-04-19T11:11:36.314" v="143" actId="11529"/>
          <ac:cxnSpMkLst>
            <pc:docMk/>
            <pc:sldMk cId="2116465459" sldId="259"/>
            <ac:cxnSpMk id="10" creationId="{1C1A3E2D-D3E9-270D-C4CE-ED4A56490898}"/>
          </ac:cxnSpMkLst>
        </pc:cxnChg>
        <pc:cxnChg chg="add">
          <ac:chgData name="Sanders Wang" userId="089d73b8-785c-4012-b931-81c632b6c9c7" providerId="ADAL" clId="{7A7E55CB-BBA3-4E2F-B01E-E4D114CCE9BA}" dt="2026-04-19T11:30:53.201" v="277" actId="11529"/>
          <ac:cxnSpMkLst>
            <pc:docMk/>
            <pc:sldMk cId="2116465459" sldId="259"/>
            <ac:cxnSpMk id="22" creationId="{84485841-F154-024A-B09A-8CD067EE613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29AFA-6350-404A-9808-3E88EE703A0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0D858-A3FB-4B8B-8F97-2B9DC7C82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4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0D858-A3FB-4B8B-8F97-2B9DC7C82D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44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62AA-3AFE-F5F1-836C-5B2CBFAB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EBB2F-BB89-CCC3-6614-B165E7731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19078-E8DD-FB78-7F05-666281CF2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0168D-2F7D-7770-9440-0CB8C50CF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0D858-A3FB-4B8B-8F97-2B9DC7C82D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43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6267A-24D6-0507-00DD-33CC131ED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FF51E-3D83-990C-E3AA-2D76E3B33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075B5-4C4E-179C-79C5-DDA4921E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6954-DE88-091B-F1CF-459B0CA25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3D47-31FD-1562-94DC-AE9F4D97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8C7B-DC01-BC83-C785-F8496326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5704-F1B8-14DA-4253-1C963C749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9C598-23DA-91E4-93E2-5DF20C31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E4C2B-C26B-5E65-B692-C2710B2D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6A68E-A7AC-6ED4-7600-35BB40AF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7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F008-651C-A7DC-BAFE-CF88D5B7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AA071-D3AB-6317-D1D2-710E5399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D0EA-6B1F-0C80-C49C-C25EAF24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8E6C6-35C2-51C0-2259-D75B2197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5BC33-60F5-FD13-A7C1-C1858C27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5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C9F8-A76F-9B1D-FA09-3F3A4B1E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3919F-64E5-A742-90AF-EDA47A681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89954-7FEC-6EED-0F7E-F3F752C1B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AE779-51B2-CDEF-C38B-597DFDB9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0651C-C12C-A759-AD61-BD02FD19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63B8A-A129-D534-B96A-9AEB4EB3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1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6F04-18FC-40A6-269E-59018689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A37F8-9983-DFE1-0832-4F41F671F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A0838-1EB3-517C-E8FC-1CA27F2F1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35712-EC77-6B4E-E85A-5C39F19CB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97AB8-9BC6-5330-6015-BAC2D9857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47CC0-20AB-9E92-320B-879B0D6D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AF00A-EDEF-4762-BE59-83FBB742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50592-BA23-9B46-4751-DD415DE6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24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6745-5B95-0536-E8BF-78817179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B87BA-7436-5FFE-6FED-E007B16B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34A56-0E3E-3B19-CD7A-35D69E0D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7052B-CFA7-C846-94C8-513B6978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7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D53FC-ED69-8E5B-9F93-0C0141CC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115DB1-27AD-CE30-D524-B2412733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D1407-0056-DB4B-1055-7F792A29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2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946F-A9BE-C820-E3F0-3F3E178B1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F9AB-4A26-7FB8-FD79-92DACDAD9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A12B4-21C3-65B5-E15F-86ABFD43D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6FFDE-2027-3541-CB95-214E75AA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2B978-23B3-521C-958C-F0557654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FE33D-3508-2F22-353E-1F02B0A4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0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894A-BB7E-EC6F-BC2D-C9CA9DDE6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AE5B8-1969-B4FF-34B1-F469C79A0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3E551-1F87-0122-81DE-39E1B65E0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4C2BD-2DE4-D083-0663-0B6965508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2068-8443-FE1E-C499-18D2DE79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DE5B6-A708-D824-72AB-884B129B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1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DF09-155F-0470-A510-2887B422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5B92D-67B9-FCAB-0004-94612F580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6D5A4-A583-6E16-B81D-2BDEA8EA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7D915-557D-C18E-B2DE-C55EB30B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B054E-D307-45B0-2707-5F4CD015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0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F2BB4-2D1B-C9FF-EF0A-5C428FD91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FBDA1-E832-7906-35B5-6A050D16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994B0-666E-E4CA-9E77-87B42557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7AF80-2782-CC7E-44EE-F6A5DA59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B01C-6360-84BF-00E6-84BEA0C4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9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C8532-5892-64CB-DA55-5C0EC9D6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E6E64-31AF-18A4-36B7-37951130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5CBDC-7F53-466C-9D70-500D6086D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6EDC8-84E7-4CAF-A997-EB99BD05CE0F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2DA05-BC42-99B0-DD09-3A6598928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1D3E8-962B-D955-E3D5-DAF07F7C0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44C85-FB10-4321-98D6-D14D80353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7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003F-EB5D-101B-99C4-08BECF6F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4FA033-36B3-73C8-CAB3-75BDADBB8D05}"/>
              </a:ext>
            </a:extLst>
          </p:cNvPr>
          <p:cNvSpPr/>
          <p:nvPr/>
        </p:nvSpPr>
        <p:spPr>
          <a:xfrm>
            <a:off x="9906000" y="783771"/>
            <a:ext cx="1709057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[nature language text / unorganized]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Knowledge from books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Data / rubbish from 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7881C6-5C92-4411-250A-D82A1761D148}"/>
              </a:ext>
            </a:extLst>
          </p:cNvPr>
          <p:cNvSpPr/>
          <p:nvPr/>
        </p:nvSpPr>
        <p:spPr>
          <a:xfrm>
            <a:off x="6705600" y="794657"/>
            <a:ext cx="3026228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A9F50-C1BC-07C3-C795-0C6964585930}"/>
              </a:ext>
            </a:extLst>
          </p:cNvPr>
          <p:cNvSpPr/>
          <p:nvPr/>
        </p:nvSpPr>
        <p:spPr>
          <a:xfrm>
            <a:off x="8218714" y="2612570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LLM (NN + NLP)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64EADE-837C-4430-316A-584417C9F8F8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 flipV="1">
            <a:off x="9492342" y="3102428"/>
            <a:ext cx="413658" cy="168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9F4A2E9-A3B8-A4EA-731A-FC07A37AF202}"/>
              </a:ext>
            </a:extLst>
          </p:cNvPr>
          <p:cNvSpPr/>
          <p:nvPr/>
        </p:nvSpPr>
        <p:spPr>
          <a:xfrm>
            <a:off x="8218714" y="3951514"/>
            <a:ext cx="1273628" cy="669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617EF3-1849-4A46-E09D-A11D904F81F9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8855528" y="3592285"/>
            <a:ext cx="0" cy="359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0800934-6508-F59E-86F1-2A9E1AFCFBC7}"/>
              </a:ext>
            </a:extLst>
          </p:cNvPr>
          <p:cNvSpPr/>
          <p:nvPr/>
        </p:nvSpPr>
        <p:spPr>
          <a:xfrm>
            <a:off x="6825344" y="1338941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Reasoning (NN+NLP)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2FE15C-2865-EF95-DD72-91200B6F2457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5219700" y="1828799"/>
            <a:ext cx="1605644" cy="5442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7C6CA0-4F31-A0A3-6069-471D418D0F06}"/>
              </a:ext>
            </a:extLst>
          </p:cNvPr>
          <p:cNvCxnSpPr>
            <a:cxnSpLocks/>
            <a:stCxn id="17" idx="2"/>
            <a:endCxn id="10" idx="1"/>
          </p:cNvCxnSpPr>
          <p:nvPr/>
        </p:nvCxnSpPr>
        <p:spPr>
          <a:xfrm>
            <a:off x="7462158" y="2318656"/>
            <a:ext cx="756556" cy="1967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07AD8A8-471A-F7DD-C665-394757C8BA7C}"/>
              </a:ext>
            </a:extLst>
          </p:cNvPr>
          <p:cNvSpPr/>
          <p:nvPr/>
        </p:nvSpPr>
        <p:spPr>
          <a:xfrm>
            <a:off x="2383971" y="783771"/>
            <a:ext cx="3712029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Kiro (harness engineering)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DFC7B3-AB16-9A3B-7D05-7A8A113D93DA}"/>
              </a:ext>
            </a:extLst>
          </p:cNvPr>
          <p:cNvSpPr/>
          <p:nvPr/>
        </p:nvSpPr>
        <p:spPr>
          <a:xfrm>
            <a:off x="3946072" y="2808512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A3C3CD-4C17-B31D-E1AE-6737EB1CE812}"/>
              </a:ext>
            </a:extLst>
          </p:cNvPr>
          <p:cNvSpPr/>
          <p:nvPr/>
        </p:nvSpPr>
        <p:spPr>
          <a:xfrm>
            <a:off x="3946072" y="3603170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SKILLS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DCEE8-3ED7-733D-165D-7F8CB22E99EF}"/>
              </a:ext>
            </a:extLst>
          </p:cNvPr>
          <p:cNvSpPr/>
          <p:nvPr/>
        </p:nvSpPr>
        <p:spPr>
          <a:xfrm>
            <a:off x="3946072" y="4365171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Work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folw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1A670B-0D70-5F9D-0F58-D61FD72EF821}"/>
              </a:ext>
            </a:extLst>
          </p:cNvPr>
          <p:cNvSpPr/>
          <p:nvPr/>
        </p:nvSpPr>
        <p:spPr>
          <a:xfrm>
            <a:off x="3946072" y="2079171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subagent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9D7F2E-5259-0685-32B6-946A6383FD57}"/>
              </a:ext>
            </a:extLst>
          </p:cNvPr>
          <p:cNvCxnSpPr>
            <a:cxnSpLocks/>
            <a:stCxn id="13" idx="0"/>
            <a:endCxn id="22" idx="2"/>
          </p:cNvCxnSpPr>
          <p:nvPr/>
        </p:nvCxnSpPr>
        <p:spPr>
          <a:xfrm flipV="1">
            <a:off x="4582886" y="1828798"/>
            <a:ext cx="0" cy="2503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95583C3-EAFC-5DC3-4778-EE7FCD7771A6}"/>
              </a:ext>
            </a:extLst>
          </p:cNvPr>
          <p:cNvSpPr/>
          <p:nvPr/>
        </p:nvSpPr>
        <p:spPr>
          <a:xfrm>
            <a:off x="3946072" y="1240968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Default agent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488677-8A39-9954-B784-1368F6AE6310}"/>
              </a:ext>
            </a:extLst>
          </p:cNvPr>
          <p:cNvSpPr/>
          <p:nvPr/>
        </p:nvSpPr>
        <p:spPr>
          <a:xfrm>
            <a:off x="3695701" y="6074229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Tools / scripts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55EED7-9A0E-D834-5043-A45D7AEBE603}"/>
              </a:ext>
            </a:extLst>
          </p:cNvPr>
          <p:cNvCxnSpPr>
            <a:cxnSpLocks/>
            <a:stCxn id="31" idx="0"/>
            <a:endCxn id="40" idx="2"/>
          </p:cNvCxnSpPr>
          <p:nvPr/>
        </p:nvCxnSpPr>
        <p:spPr>
          <a:xfrm flipH="1" flipV="1">
            <a:off x="3165022" y="3951514"/>
            <a:ext cx="1167493" cy="21227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111F997-3032-3D2A-1DE9-1DC58120E228}"/>
              </a:ext>
            </a:extLst>
          </p:cNvPr>
          <p:cNvSpPr/>
          <p:nvPr/>
        </p:nvSpPr>
        <p:spPr>
          <a:xfrm>
            <a:off x="2528208" y="3363684"/>
            <a:ext cx="1273628" cy="5878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subagent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0FCD1F-8FBD-58CD-B58E-DB69B93E3F03}"/>
              </a:ext>
            </a:extLst>
          </p:cNvPr>
          <p:cNvCxnSpPr>
            <a:stCxn id="22" idx="2"/>
            <a:endCxn id="40" idx="0"/>
          </p:cNvCxnSpPr>
          <p:nvPr/>
        </p:nvCxnSpPr>
        <p:spPr>
          <a:xfrm flipH="1">
            <a:off x="3165022" y="1828798"/>
            <a:ext cx="1417864" cy="1534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A6CA69-3275-DC87-8A33-7CB2F5A2EFAB}"/>
              </a:ext>
            </a:extLst>
          </p:cNvPr>
          <p:cNvCxnSpPr>
            <a:endCxn id="22" idx="1"/>
          </p:cNvCxnSpPr>
          <p:nvPr/>
        </p:nvCxnSpPr>
        <p:spPr>
          <a:xfrm>
            <a:off x="1426029" y="1534883"/>
            <a:ext cx="25200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72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3EEC-1AFC-17A0-D344-9B1306B7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1B246C-DD94-D15F-0C2B-F0D74DCA6E71}"/>
              </a:ext>
            </a:extLst>
          </p:cNvPr>
          <p:cNvSpPr/>
          <p:nvPr/>
        </p:nvSpPr>
        <p:spPr>
          <a:xfrm>
            <a:off x="9906000" y="783771"/>
            <a:ext cx="1709057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[nature language text / unorganized]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Knowledge from books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Data / rubbish from 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13F27A-46C8-7757-2397-5705CFA7BC81}"/>
              </a:ext>
            </a:extLst>
          </p:cNvPr>
          <p:cNvSpPr/>
          <p:nvPr/>
        </p:nvSpPr>
        <p:spPr>
          <a:xfrm>
            <a:off x="6705600" y="794657"/>
            <a:ext cx="3026228" cy="49747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FA8EB-C9E3-5625-1E70-B6E760B57280}"/>
              </a:ext>
            </a:extLst>
          </p:cNvPr>
          <p:cNvSpPr/>
          <p:nvPr/>
        </p:nvSpPr>
        <p:spPr>
          <a:xfrm>
            <a:off x="8218714" y="2612570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LLM (NN + NLP)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687D6E-B12A-4B2C-1B54-FAB2E83D35DD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 flipV="1">
            <a:off x="9492342" y="3102428"/>
            <a:ext cx="413658" cy="168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66A7194-7C14-864D-B68D-E0A70B712433}"/>
              </a:ext>
            </a:extLst>
          </p:cNvPr>
          <p:cNvSpPr/>
          <p:nvPr/>
        </p:nvSpPr>
        <p:spPr>
          <a:xfrm>
            <a:off x="8218714" y="3951514"/>
            <a:ext cx="1273628" cy="669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46CDB1-9104-9820-88F0-2CD38876DEBF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8855528" y="3592285"/>
            <a:ext cx="0" cy="359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37E562-FCB2-63AB-12E7-A86C8968F84A}"/>
              </a:ext>
            </a:extLst>
          </p:cNvPr>
          <p:cNvSpPr/>
          <p:nvPr/>
        </p:nvSpPr>
        <p:spPr>
          <a:xfrm>
            <a:off x="6825344" y="1338941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Reasoning (NN+NLP)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CB2F06-2E75-4346-8036-69A7A9DB4610}"/>
              </a:ext>
            </a:extLst>
          </p:cNvPr>
          <p:cNvCxnSpPr>
            <a:cxnSpLocks/>
            <a:stCxn id="55" idx="3"/>
            <a:endCxn id="17" idx="1"/>
          </p:cNvCxnSpPr>
          <p:nvPr/>
        </p:nvCxnSpPr>
        <p:spPr>
          <a:xfrm>
            <a:off x="5883732" y="1506309"/>
            <a:ext cx="941612" cy="3224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8A75DE-28A7-B600-9679-4D0B6AF0BD05}"/>
              </a:ext>
            </a:extLst>
          </p:cNvPr>
          <p:cNvCxnSpPr>
            <a:cxnSpLocks/>
            <a:stCxn id="17" idx="2"/>
            <a:endCxn id="10" idx="1"/>
          </p:cNvCxnSpPr>
          <p:nvPr/>
        </p:nvCxnSpPr>
        <p:spPr>
          <a:xfrm>
            <a:off x="7462158" y="2318656"/>
            <a:ext cx="756556" cy="1967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C6015B0-D8C5-4943-73A6-34B663C6189D}"/>
              </a:ext>
            </a:extLst>
          </p:cNvPr>
          <p:cNvSpPr/>
          <p:nvPr/>
        </p:nvSpPr>
        <p:spPr>
          <a:xfrm>
            <a:off x="2936422" y="783771"/>
            <a:ext cx="3186794" cy="49747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69E921-8BF8-BDA5-8DF5-7B86431E7EDD}"/>
              </a:ext>
            </a:extLst>
          </p:cNvPr>
          <p:cNvSpPr/>
          <p:nvPr/>
        </p:nvSpPr>
        <p:spPr>
          <a:xfrm>
            <a:off x="4593775" y="2394853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LLM (NN + NLP)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9C5C6B-8B17-40EF-0F36-CD6ACD1B8432}"/>
              </a:ext>
            </a:extLst>
          </p:cNvPr>
          <p:cNvSpPr/>
          <p:nvPr/>
        </p:nvSpPr>
        <p:spPr>
          <a:xfrm>
            <a:off x="4593775" y="4316178"/>
            <a:ext cx="1273628" cy="669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base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CC2BFED-FB28-E331-64C1-34F81A2E3C08}"/>
              </a:ext>
            </a:extLst>
          </p:cNvPr>
          <p:cNvCxnSpPr>
            <a:cxnSpLocks/>
            <a:stCxn id="16" idx="2"/>
            <a:endCxn id="27" idx="0"/>
          </p:cNvCxnSpPr>
          <p:nvPr/>
        </p:nvCxnSpPr>
        <p:spPr>
          <a:xfrm>
            <a:off x="5230589" y="3374568"/>
            <a:ext cx="0" cy="94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172AD3D-5154-C3EE-C168-CD039D040F9B}"/>
              </a:ext>
            </a:extLst>
          </p:cNvPr>
          <p:cNvSpPr/>
          <p:nvPr/>
        </p:nvSpPr>
        <p:spPr>
          <a:xfrm>
            <a:off x="3145975" y="2394854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Reasoning (NN+NLP)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194420-6D23-F15A-1229-52A4BC43B4AB}"/>
              </a:ext>
            </a:extLst>
          </p:cNvPr>
          <p:cNvCxnSpPr>
            <a:stCxn id="27" idx="1"/>
            <a:endCxn id="37" idx="2"/>
          </p:cNvCxnSpPr>
          <p:nvPr/>
        </p:nvCxnSpPr>
        <p:spPr>
          <a:xfrm flipH="1" flipV="1">
            <a:off x="3782789" y="3374569"/>
            <a:ext cx="810986" cy="1276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5962E03-7779-4607-3A29-EA6AAC78E7FF}"/>
              </a:ext>
            </a:extLst>
          </p:cNvPr>
          <p:cNvCxnSpPr>
            <a:stCxn id="37" idx="1"/>
          </p:cNvCxnSpPr>
          <p:nvPr/>
        </p:nvCxnSpPr>
        <p:spPr>
          <a:xfrm flipH="1" flipV="1">
            <a:off x="1532165" y="2884711"/>
            <a:ext cx="161381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2BF8595-7069-DA27-DFA1-B173141EE702}"/>
              </a:ext>
            </a:extLst>
          </p:cNvPr>
          <p:cNvSpPr txBox="1"/>
          <p:nvPr/>
        </p:nvSpPr>
        <p:spPr>
          <a:xfrm>
            <a:off x="251733" y="153569"/>
            <a:ext cx="161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Distillation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1C9F1E5-1D81-3D37-9B61-3B54CE8BBFFD}"/>
              </a:ext>
            </a:extLst>
          </p:cNvPr>
          <p:cNvSpPr/>
          <p:nvPr/>
        </p:nvSpPr>
        <p:spPr>
          <a:xfrm>
            <a:off x="4610104" y="1183819"/>
            <a:ext cx="1273628" cy="6449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QnA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23EA179-270C-DACA-C9B9-57E66A7EE938}"/>
              </a:ext>
            </a:extLst>
          </p:cNvPr>
          <p:cNvCxnSpPr>
            <a:cxnSpLocks/>
            <a:stCxn id="55" idx="2"/>
            <a:endCxn id="16" idx="0"/>
          </p:cNvCxnSpPr>
          <p:nvPr/>
        </p:nvCxnSpPr>
        <p:spPr>
          <a:xfrm flipH="1">
            <a:off x="5230589" y="1828798"/>
            <a:ext cx="16329" cy="566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74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7AE206-08B9-2721-A70A-3CEA7B4F77D1}"/>
              </a:ext>
            </a:extLst>
          </p:cNvPr>
          <p:cNvSpPr/>
          <p:nvPr/>
        </p:nvSpPr>
        <p:spPr>
          <a:xfrm>
            <a:off x="9906000" y="783771"/>
            <a:ext cx="1709057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[nature language text / unorganized]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Knowledge from books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Data / rubbish from 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838FD2-2853-FCFD-488F-E136D6B03E84}"/>
              </a:ext>
            </a:extLst>
          </p:cNvPr>
          <p:cNvSpPr/>
          <p:nvPr/>
        </p:nvSpPr>
        <p:spPr>
          <a:xfrm>
            <a:off x="6705600" y="794657"/>
            <a:ext cx="3026228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20DC5-A29E-76F9-2202-C38AEE2B0AC4}"/>
              </a:ext>
            </a:extLst>
          </p:cNvPr>
          <p:cNvSpPr/>
          <p:nvPr/>
        </p:nvSpPr>
        <p:spPr>
          <a:xfrm>
            <a:off x="8218714" y="2612570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LLM (NN + NLP)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7E3BBB-F919-71FF-DEA6-F7EE1F1184C1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 flipV="1">
            <a:off x="9492342" y="3102428"/>
            <a:ext cx="413658" cy="168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B987C0-DD82-F887-F8C4-7DDD4C448EED}"/>
              </a:ext>
            </a:extLst>
          </p:cNvPr>
          <p:cNvSpPr/>
          <p:nvPr/>
        </p:nvSpPr>
        <p:spPr>
          <a:xfrm>
            <a:off x="8218714" y="3951514"/>
            <a:ext cx="1273628" cy="6694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Knowledge 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A7A6EE-4C87-F4EC-DB10-BE11C1F2A73B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8855528" y="3592285"/>
            <a:ext cx="0" cy="359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C482991-5769-ECCB-0190-3B1BC7EEC465}"/>
              </a:ext>
            </a:extLst>
          </p:cNvPr>
          <p:cNvSpPr/>
          <p:nvPr/>
        </p:nvSpPr>
        <p:spPr>
          <a:xfrm>
            <a:off x="6825344" y="1338941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Reasoning (NN+NLP)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F8BC6D-900F-0589-2E2D-23733501975B}"/>
              </a:ext>
            </a:extLst>
          </p:cNvPr>
          <p:cNvCxnSpPr>
            <a:cxnSpLocks/>
            <a:stCxn id="27" idx="3"/>
            <a:endCxn id="17" idx="1"/>
          </p:cNvCxnSpPr>
          <p:nvPr/>
        </p:nvCxnSpPr>
        <p:spPr>
          <a:xfrm flipV="1">
            <a:off x="5872843" y="1828799"/>
            <a:ext cx="952501" cy="925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CA3972-8A38-A97F-52FD-5EABE7D4B51D}"/>
              </a:ext>
            </a:extLst>
          </p:cNvPr>
          <p:cNvCxnSpPr>
            <a:cxnSpLocks/>
            <a:stCxn id="17" idx="2"/>
            <a:endCxn id="10" idx="1"/>
          </p:cNvCxnSpPr>
          <p:nvPr/>
        </p:nvCxnSpPr>
        <p:spPr>
          <a:xfrm>
            <a:off x="7462158" y="2318656"/>
            <a:ext cx="756556" cy="1967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F94D02D-7AFF-A651-AD1B-1A88E237A608}"/>
              </a:ext>
            </a:extLst>
          </p:cNvPr>
          <p:cNvSpPr/>
          <p:nvPr/>
        </p:nvSpPr>
        <p:spPr>
          <a:xfrm>
            <a:off x="3886200" y="1338940"/>
            <a:ext cx="1986643" cy="1164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Free text nature language knowledge (text files)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2E5261-46C2-0D96-BE00-1B5A8DA2264C}"/>
              </a:ext>
            </a:extLst>
          </p:cNvPr>
          <p:cNvSpPr/>
          <p:nvPr/>
        </p:nvSpPr>
        <p:spPr>
          <a:xfrm>
            <a:off x="1959429" y="783771"/>
            <a:ext cx="4136571" cy="49747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MoAI</a:t>
            </a:r>
            <a:r>
              <a:rPr lang="en-US" dirty="0">
                <a:solidFill>
                  <a:schemeClr val="tx1"/>
                </a:solidFill>
              </a:rPr>
              <a:t> (Mini version of AI)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2E553E-9DFA-EF15-7149-3F9575D60F8D}"/>
              </a:ext>
            </a:extLst>
          </p:cNvPr>
          <p:cNvSpPr/>
          <p:nvPr/>
        </p:nvSpPr>
        <p:spPr>
          <a:xfrm>
            <a:off x="3309258" y="3428998"/>
            <a:ext cx="1273628" cy="9797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Reasoning (search)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3ACED6F-5974-8275-A371-AC6669D7B4A0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1273629" y="3918856"/>
            <a:ext cx="2035629" cy="32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7F9D52-C57E-A21B-9DAD-43A0D222418A}"/>
              </a:ext>
            </a:extLst>
          </p:cNvPr>
          <p:cNvCxnSpPr>
            <a:cxnSpLocks/>
            <a:stCxn id="35" idx="0"/>
            <a:endCxn id="27" idx="2"/>
          </p:cNvCxnSpPr>
          <p:nvPr/>
        </p:nvCxnSpPr>
        <p:spPr>
          <a:xfrm flipV="1">
            <a:off x="3946072" y="2503714"/>
            <a:ext cx="933450" cy="925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19F90-297B-49A9-C53E-8D16DA0A87F9}"/>
              </a:ext>
            </a:extLst>
          </p:cNvPr>
          <p:cNvSpPr/>
          <p:nvPr/>
        </p:nvSpPr>
        <p:spPr>
          <a:xfrm>
            <a:off x="3946072" y="4620986"/>
            <a:ext cx="1986643" cy="7892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Sandbox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(Tool/scripts)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334E952-1615-2777-2C0E-A2DDCEF11E2E}"/>
              </a:ext>
            </a:extLst>
          </p:cNvPr>
          <p:cNvSpPr/>
          <p:nvPr/>
        </p:nvSpPr>
        <p:spPr>
          <a:xfrm>
            <a:off x="2237015" y="2432954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a</a:t>
            </a:r>
            <a:r>
              <a:rPr lang="en-US" dirty="0" err="1">
                <a:solidFill>
                  <a:schemeClr val="tx1"/>
                </a:solidFill>
              </a:rPr>
              <a:t>sk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42366B1-ABA6-F57D-A84A-983CD5240B17}"/>
              </a:ext>
            </a:extLst>
          </p:cNvPr>
          <p:cNvCxnSpPr>
            <a:endCxn id="48" idx="1"/>
          </p:cNvCxnSpPr>
          <p:nvPr/>
        </p:nvCxnSpPr>
        <p:spPr>
          <a:xfrm>
            <a:off x="957943" y="2637060"/>
            <a:ext cx="12790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93D2D74-D779-2880-423D-6F2B54B35E90}"/>
              </a:ext>
            </a:extLst>
          </p:cNvPr>
          <p:cNvCxnSpPr>
            <a:cxnSpLocks/>
            <a:stCxn id="48" idx="3"/>
            <a:endCxn id="35" idx="0"/>
          </p:cNvCxnSpPr>
          <p:nvPr/>
        </p:nvCxnSpPr>
        <p:spPr>
          <a:xfrm>
            <a:off x="3510643" y="2637061"/>
            <a:ext cx="435429" cy="791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4D5AF12E-DC7C-9D4C-366F-AA78AFAB8032}"/>
              </a:ext>
            </a:extLst>
          </p:cNvPr>
          <p:cNvSpPr/>
          <p:nvPr/>
        </p:nvSpPr>
        <p:spPr>
          <a:xfrm>
            <a:off x="2460172" y="4795154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run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19F140B-CAAA-9199-78BB-6E3638C1D896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576943" y="4999260"/>
            <a:ext cx="188322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0F965CF-B347-388D-BF53-24A29C43022C}"/>
              </a:ext>
            </a:extLst>
          </p:cNvPr>
          <p:cNvCxnSpPr>
            <a:stCxn id="58" idx="3"/>
            <a:endCxn id="43" idx="1"/>
          </p:cNvCxnSpPr>
          <p:nvPr/>
        </p:nvCxnSpPr>
        <p:spPr>
          <a:xfrm>
            <a:off x="3733800" y="4999261"/>
            <a:ext cx="212272" cy="1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9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B2E37A-EB94-CAB5-D7D8-09207FE946BF}"/>
              </a:ext>
            </a:extLst>
          </p:cNvPr>
          <p:cNvSpPr/>
          <p:nvPr/>
        </p:nvSpPr>
        <p:spPr>
          <a:xfrm>
            <a:off x="2237015" y="2432954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a</a:t>
            </a:r>
            <a:r>
              <a:rPr lang="en-US" dirty="0" err="1">
                <a:solidFill>
                  <a:schemeClr val="tx1"/>
                </a:solidFill>
              </a:rPr>
              <a:t>sk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D1B3E-AF03-AEB5-E238-125C0732AE77}"/>
              </a:ext>
            </a:extLst>
          </p:cNvPr>
          <p:cNvSpPr/>
          <p:nvPr/>
        </p:nvSpPr>
        <p:spPr>
          <a:xfrm>
            <a:off x="4016830" y="2432953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A8D43-3D80-CFD9-34F4-BE521C683141}"/>
              </a:ext>
            </a:extLst>
          </p:cNvPr>
          <p:cNvSpPr/>
          <p:nvPr/>
        </p:nvSpPr>
        <p:spPr>
          <a:xfrm>
            <a:off x="8207830" y="2432953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ingest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8D084F-315F-49F4-1FAD-0BEFE300B2D8}"/>
              </a:ext>
            </a:extLst>
          </p:cNvPr>
          <p:cNvCxnSpPr>
            <a:endCxn id="4" idx="1"/>
          </p:cNvCxnSpPr>
          <p:nvPr/>
        </p:nvCxnSpPr>
        <p:spPr>
          <a:xfrm>
            <a:off x="1426029" y="2637059"/>
            <a:ext cx="810986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1A3E2D-D3E9-270D-C4CE-ED4A56490898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510643" y="2637060"/>
            <a:ext cx="5061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AC1E50A-7293-641A-5367-20F193DD8B98}"/>
              </a:ext>
            </a:extLst>
          </p:cNvPr>
          <p:cNvSpPr/>
          <p:nvPr/>
        </p:nvSpPr>
        <p:spPr>
          <a:xfrm>
            <a:off x="4354287" y="1876409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BM25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1DD595-01E3-2430-9A68-D53A1EDA4FB4}"/>
              </a:ext>
            </a:extLst>
          </p:cNvPr>
          <p:cNvSpPr/>
          <p:nvPr/>
        </p:nvSpPr>
        <p:spPr>
          <a:xfrm>
            <a:off x="4016830" y="1326670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HNSW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7B118-5773-33E8-9376-B428083AB535}"/>
              </a:ext>
            </a:extLst>
          </p:cNvPr>
          <p:cNvSpPr/>
          <p:nvPr/>
        </p:nvSpPr>
        <p:spPr>
          <a:xfrm>
            <a:off x="1831522" y="1922688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n</a:t>
            </a:r>
            <a:r>
              <a:rPr lang="en-US" dirty="0" err="1">
                <a:solidFill>
                  <a:schemeClr val="tx1"/>
                </a:solidFill>
              </a:rPr>
              <a:t>ative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2925B8-1532-C724-2757-AE7A8E44F9F6}"/>
              </a:ext>
            </a:extLst>
          </p:cNvPr>
          <p:cNvSpPr/>
          <p:nvPr/>
        </p:nvSpPr>
        <p:spPr>
          <a:xfrm>
            <a:off x="2287362" y="1450508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NN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4963E2-BF5C-C348-D9BD-BDEB9B955871}"/>
              </a:ext>
            </a:extLst>
          </p:cNvPr>
          <p:cNvSpPr/>
          <p:nvPr/>
        </p:nvSpPr>
        <p:spPr>
          <a:xfrm>
            <a:off x="2237015" y="859280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F435AA-6887-0660-E816-186F5ACEC3B3}"/>
              </a:ext>
            </a:extLst>
          </p:cNvPr>
          <p:cNvSpPr/>
          <p:nvPr/>
        </p:nvSpPr>
        <p:spPr>
          <a:xfrm>
            <a:off x="4354287" y="776931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NN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69DA3D-E1F6-6F4B-B4DC-A4B07C00E33E}"/>
              </a:ext>
            </a:extLst>
          </p:cNvPr>
          <p:cNvSpPr/>
          <p:nvPr/>
        </p:nvSpPr>
        <p:spPr>
          <a:xfrm>
            <a:off x="4354287" y="295896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3DAF7D-1FBD-F130-18DC-FE9A0A10EFB7}"/>
              </a:ext>
            </a:extLst>
          </p:cNvPr>
          <p:cNvSpPr/>
          <p:nvPr/>
        </p:nvSpPr>
        <p:spPr>
          <a:xfrm>
            <a:off x="8844644" y="1868228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ext</a:t>
            </a:r>
            <a:r>
              <a:rPr lang="en-US" dirty="0">
                <a:solidFill>
                  <a:schemeClr val="tx1"/>
                </a:solidFill>
              </a:rPr>
              <a:t> index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8F1144-A37E-B39F-59B4-A55B49F1E915}"/>
              </a:ext>
            </a:extLst>
          </p:cNvPr>
          <p:cNvSpPr/>
          <p:nvPr/>
        </p:nvSpPr>
        <p:spPr>
          <a:xfrm>
            <a:off x="8142515" y="1381759"/>
            <a:ext cx="1273628" cy="4082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kb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48415A-4B38-AFC8-C82D-EBFE569FEAEE}"/>
              </a:ext>
            </a:extLst>
          </p:cNvPr>
          <p:cNvSpPr/>
          <p:nvPr/>
        </p:nvSpPr>
        <p:spPr>
          <a:xfrm>
            <a:off x="6428015" y="1933561"/>
            <a:ext cx="1387928" cy="14069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integration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91EFF7-B9E3-E900-AADC-85CEDDDCA247}"/>
              </a:ext>
            </a:extLst>
          </p:cNvPr>
          <p:cNvCxnSpPr>
            <a:cxnSpLocks/>
            <a:stCxn id="6" idx="1"/>
            <a:endCxn id="2" idx="3"/>
          </p:cNvCxnSpPr>
          <p:nvPr/>
        </p:nvCxnSpPr>
        <p:spPr>
          <a:xfrm flipH="1" flipV="1">
            <a:off x="7815943" y="2637059"/>
            <a:ext cx="3918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485841-F154-024A-B09A-8CD067EE6136}"/>
              </a:ext>
            </a:extLst>
          </p:cNvPr>
          <p:cNvCxnSpPr>
            <a:stCxn id="5" idx="3"/>
            <a:endCxn id="2" idx="1"/>
          </p:cNvCxnSpPr>
          <p:nvPr/>
        </p:nvCxnSpPr>
        <p:spPr>
          <a:xfrm flipV="1">
            <a:off x="5290458" y="2637059"/>
            <a:ext cx="11375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46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175</Words>
  <Application>Microsoft Office PowerPoint</Application>
  <PresentationFormat>Widescreen</PresentationFormat>
  <Paragraphs>61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Sanders Wang</dc:creator>
  <cp:lastModifiedBy>Sanders Wang</cp:lastModifiedBy>
  <cp:revision>1</cp:revision>
  <dcterms:created xsi:type="dcterms:W3CDTF">2026-04-19T09:08:25Z</dcterms:created>
  <dcterms:modified xsi:type="dcterms:W3CDTF">2026-04-19T11:30:59Z</dcterms:modified>
</cp:coreProperties>
</file>